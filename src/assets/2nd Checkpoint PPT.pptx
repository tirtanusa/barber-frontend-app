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bject Sans" charset="1" panose="00000300000000000000"/>
      <p:regular r:id="rId13"/>
    </p:embeddedFont>
    <p:embeddedFont>
      <p:font typeface="Object Sans Bold" charset="1" panose="00000300000000000000"/>
      <p:regular r:id="rId14"/>
    </p:embeddedFont>
    <p:embeddedFont>
      <p:font typeface="Object Sans Italics" charset="1" panose="000003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https://github.com/tirtanusa/barber-frontend-app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9943" y="3794269"/>
            <a:ext cx="2889357" cy="5464031"/>
          </a:xfrm>
          <a:custGeom>
            <a:avLst/>
            <a:gdLst/>
            <a:ahLst/>
            <a:cxnLst/>
            <a:rect r="r" b="b" t="t" l="l"/>
            <a:pathLst>
              <a:path h="5464031" w="2889357">
                <a:moveTo>
                  <a:pt x="0" y="0"/>
                </a:moveTo>
                <a:lnTo>
                  <a:pt x="2889357" y="0"/>
                </a:lnTo>
                <a:lnTo>
                  <a:pt x="2889357" y="5464031"/>
                </a:lnTo>
                <a:lnTo>
                  <a:pt x="0" y="5464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25666"/>
            <a:ext cx="260477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Tirtanusa Kurnia A 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260477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PRESENTED BY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92528" y="1039916"/>
            <a:ext cx="306677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FWD - Final Project’s 2nd Checkpoint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646924"/>
            <a:ext cx="4422401" cy="4793814"/>
          </a:xfrm>
          <a:custGeom>
            <a:avLst/>
            <a:gdLst/>
            <a:ahLst/>
            <a:cxnLst/>
            <a:rect r="r" b="b" t="t" l="l"/>
            <a:pathLst>
              <a:path h="4793814" w="4422401">
                <a:moveTo>
                  <a:pt x="0" y="0"/>
                </a:moveTo>
                <a:lnTo>
                  <a:pt x="4422401" y="0"/>
                </a:lnTo>
                <a:lnTo>
                  <a:pt x="4422401" y="4793813"/>
                </a:lnTo>
                <a:lnTo>
                  <a:pt x="0" y="4793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PROBLEM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68588" y="2635366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Barber.Id merupakan platform management barbersehop berbasis web yang dibangun menggunakan ekosistem React Modern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8588" y="5720366"/>
            <a:ext cx="6990712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Problem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Reservasi manual, Kurangnya transparansi data, Visibilitas bisnis yang rendah.</a:t>
            </a: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Goal: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Digitalisasi sistem booking, Integrasi POS, Sentralisasi manajemen admin, Implementasi modern security, Efisiensi operasional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8588" y="1989363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8588" y="5004884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WHY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93800" y="7304331"/>
            <a:ext cx="333025" cy="333025"/>
          </a:xfrm>
          <a:custGeom>
            <a:avLst/>
            <a:gdLst/>
            <a:ahLst/>
            <a:cxnLst/>
            <a:rect r="r" b="b" t="t" l="l"/>
            <a:pathLst>
              <a:path h="333025" w="333025">
                <a:moveTo>
                  <a:pt x="0" y="0"/>
                </a:moveTo>
                <a:lnTo>
                  <a:pt x="333025" y="0"/>
                </a:lnTo>
                <a:lnTo>
                  <a:pt x="333025" y="333024"/>
                </a:lnTo>
                <a:lnTo>
                  <a:pt x="0" y="333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292206"/>
            <a:ext cx="4885205" cy="5269646"/>
          </a:xfrm>
          <a:custGeom>
            <a:avLst/>
            <a:gdLst/>
            <a:ahLst/>
            <a:cxnLst/>
            <a:rect r="r" b="b" t="t" l="l"/>
            <a:pathLst>
              <a:path h="5269646" w="4885205">
                <a:moveTo>
                  <a:pt x="0" y="0"/>
                </a:moveTo>
                <a:lnTo>
                  <a:pt x="4885205" y="0"/>
                </a:lnTo>
                <a:lnTo>
                  <a:pt x="4885205" y="5269646"/>
                </a:lnTo>
                <a:lnTo>
                  <a:pt x="0" y="5269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PROPOSED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SOLUTION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68588" y="3330154"/>
            <a:ext cx="6990712" cy="3626693"/>
            <a:chOff x="0" y="0"/>
            <a:chExt cx="9320949" cy="483559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61337"/>
              <a:ext cx="9320949" cy="3974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292B2D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Customer Flow</a:t>
              </a:r>
              <a:r>
                <a:rPr lang="en-US" sz="18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: Pelanggan memilih barber, layanan dan slot waktu secara mandiri melalui web, lalu mendapatkan konfirmasi otomatis di user dashboard.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292B2D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Admin Flow</a:t>
              </a:r>
              <a:r>
                <a:rPr lang="en-US" sz="18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: Admin mengelola status booking melalui Dashboard dan memproses transaksi (jasa + produk) dalam satu keranjang belanja.</a:t>
              </a:r>
            </a:p>
            <a:p>
              <a:pPr algn="just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292B2D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Security &amp; State</a:t>
              </a:r>
              <a:r>
                <a:rPr lang="en-US" sz="18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: Menggunakan JWT untuk autentikasi dan AuthContext untuk manajemen state pengguna secara global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320949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292B2D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KEY FEATURES (HOW IT WORKS)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9510" y="6192966"/>
            <a:ext cx="6838497" cy="4372735"/>
          </a:xfrm>
          <a:custGeom>
            <a:avLst/>
            <a:gdLst/>
            <a:ahLst/>
            <a:cxnLst/>
            <a:rect r="r" b="b" t="t" l="l"/>
            <a:pathLst>
              <a:path h="4372735" w="6838497">
                <a:moveTo>
                  <a:pt x="0" y="0"/>
                </a:moveTo>
                <a:lnTo>
                  <a:pt x="6838497" y="0"/>
                </a:lnTo>
                <a:lnTo>
                  <a:pt x="6838497" y="4372735"/>
                </a:lnTo>
                <a:lnTo>
                  <a:pt x="0" y="437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BENEFITS &amp;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68588" y="1665178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Peningkatan efisiensi transaksi melalui sistem POS dan Booking system yang terintegrasi dan pengambilan keputusan berbasis data analitics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8588" y="1019175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BUSINESS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8588" y="5117517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Memberikan transparansi harga dan jadwal bagi pelanggan serta kemudahan akses booking secara mandiri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8588" y="4471514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SOCIAL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8588" y="7903106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Penggunaan stack modern (React 19 &amp; Tailwind 4) memastikan performa tinggi, keamanan rute, dan kemudahan code maintenance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8588" y="7257103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TECH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195" y="5783143"/>
            <a:ext cx="5428424" cy="4796753"/>
          </a:xfrm>
          <a:custGeom>
            <a:avLst/>
            <a:gdLst/>
            <a:ahLst/>
            <a:cxnLst/>
            <a:rect r="r" b="b" t="t" l="l"/>
            <a:pathLst>
              <a:path h="4796753" w="5428424">
                <a:moveTo>
                  <a:pt x="0" y="0"/>
                </a:moveTo>
                <a:lnTo>
                  <a:pt x="5428423" y="0"/>
                </a:lnTo>
                <a:lnTo>
                  <a:pt x="5428423" y="4796752"/>
                </a:lnTo>
                <a:lnTo>
                  <a:pt x="0" y="4796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563443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TIMELINE</a:t>
            </a:r>
          </a:p>
        </p:txBody>
      </p:sp>
      <p:sp>
        <p:nvSpPr>
          <p:cNvPr name="AutoShape 4" id="4"/>
          <p:cNvSpPr/>
          <p:nvPr/>
        </p:nvSpPr>
        <p:spPr>
          <a:xfrm>
            <a:off x="5859618" y="3661570"/>
            <a:ext cx="11399682" cy="0"/>
          </a:xfrm>
          <a:prstGeom prst="line">
            <a:avLst/>
          </a:prstGeom>
          <a:ln cap="flat" w="38100">
            <a:solidFill>
              <a:srgbClr val="292B2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" id="5"/>
          <p:cNvSpPr txBox="true"/>
          <p:nvPr/>
        </p:nvSpPr>
        <p:spPr>
          <a:xfrm rot="0">
            <a:off x="5859618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PHASE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9618" y="5609736"/>
            <a:ext cx="2046584" cy="334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Integrasi Modul CRUD untuk Pengontrolan penuh entitas Barber, Layanan, dan Inventori produk dari UI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00495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PHASE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00495" y="5609736"/>
            <a:ext cx="2046584" cy="186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Implementasi Algoritma Automated Schedule Generation.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43533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PHASE 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43533" y="5609736"/>
            <a:ext cx="2046584" cy="74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Business Analitic Tools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86570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PHASE 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86570" y="5609736"/>
            <a:ext cx="2046584" cy="74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Development berkelanjutan ...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59618" y="3482773"/>
            <a:ext cx="329533" cy="32953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00495" y="3482773"/>
            <a:ext cx="329533" cy="32953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39878" y="3496803"/>
            <a:ext cx="329533" cy="32953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86570" y="3482773"/>
            <a:ext cx="329533" cy="32953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8292" y="5143500"/>
            <a:ext cx="6559625" cy="5891735"/>
          </a:xfrm>
          <a:custGeom>
            <a:avLst/>
            <a:gdLst/>
            <a:ahLst/>
            <a:cxnLst/>
            <a:rect r="r" b="b" t="t" l="l"/>
            <a:pathLst>
              <a:path h="5891735" w="6559625">
                <a:moveTo>
                  <a:pt x="0" y="0"/>
                </a:moveTo>
                <a:lnTo>
                  <a:pt x="6559625" y="0"/>
                </a:lnTo>
                <a:lnTo>
                  <a:pt x="6559625" y="5891735"/>
                </a:lnTo>
                <a:lnTo>
                  <a:pt x="0" y="58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RELATED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DOCUMENTS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68588" y="8601710"/>
            <a:ext cx="69907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Github : </a:t>
            </a:r>
            <a:r>
              <a:rPr lang="en-US" sz="1899" u="sng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  <a:hlinkClick r:id="rId4" tooltip="https://github.com/tirtanusa/barber-frontend-app"/>
              </a:rPr>
              <a:t>Github Links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8588" y="7955707"/>
            <a:ext cx="69907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LIST ALL APPLICABLE LINKS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8397" y="5143500"/>
            <a:ext cx="5934735" cy="5362842"/>
          </a:xfrm>
          <a:custGeom>
            <a:avLst/>
            <a:gdLst/>
            <a:ahLst/>
            <a:cxnLst/>
            <a:rect r="r" b="b" t="t" l="l"/>
            <a:pathLst>
              <a:path h="5362842" w="5934735">
                <a:moveTo>
                  <a:pt x="0" y="0"/>
                </a:moveTo>
                <a:lnTo>
                  <a:pt x="5934734" y="0"/>
                </a:lnTo>
                <a:lnTo>
                  <a:pt x="5934734" y="5362842"/>
                </a:lnTo>
                <a:lnTo>
                  <a:pt x="0" y="5362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563443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DELIVERABLES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456431" y="1034415"/>
          <a:ext cx="9802869" cy="7991176"/>
        </p:xfrm>
        <a:graphic>
          <a:graphicData uri="http://schemas.openxmlformats.org/drawingml/2006/table">
            <a:tbl>
              <a:tblPr/>
              <a:tblGrid>
                <a:gridCol w="3287539"/>
                <a:gridCol w="3415943"/>
                <a:gridCol w="3099387"/>
              </a:tblGrid>
              <a:tr h="480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Deliverable 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Task / Activity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Progress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70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Core Features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Login, Register, Booking System for User, Booking Confirmation for Admin, Admin Dashboard (Manage Bookings &amp; Transacition Process)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9 / 9 (100%)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76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Important Features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User Dashboard with Booking History, Landing Page,</a:t>
                      </a: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 Booking Details, Manage Barber, Manage Barber Schedules, Manage Service, Manage Products, Manage Users, Manage Transactions, Profile Management,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2 / 7 (28,5 %)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Additional Features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Integrated Landing Page</a:t>
                      </a: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, Reports &amp; Analytics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1 / 2 (50 %)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7456431" y="9258300"/>
            <a:ext cx="1543579" cy="310657"/>
            <a:chOff x="0" y="0"/>
            <a:chExt cx="2058106" cy="4142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56104" y="-4044"/>
              <a:ext cx="190200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92B2D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Bold</a:t>
              </a:r>
              <a:r>
                <a:rPr lang="en-US" sz="18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 = Done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15610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92B2D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*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DAHLFakhDMA</dc:identifier>
  <dcterms:modified xsi:type="dcterms:W3CDTF">2011-08-01T06:04:30Z</dcterms:modified>
  <cp:revision>1</cp:revision>
  <dc:title>Ash Grey and Brown Modern Minimalist Tech Startup Project Proposal Presentation</dc:title>
</cp:coreProperties>
</file>